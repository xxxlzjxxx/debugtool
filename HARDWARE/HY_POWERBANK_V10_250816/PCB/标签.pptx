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9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07290-8950-12C6-F692-4C4B349B4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9158B6-90D5-D3B0-1D87-A074D7BA0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AB16EE-E9FE-9A44-037A-CE782C756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F329-513D-4558-A6F0-58E1B525553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1CD7D9-B756-B47F-4F4C-3CBDC4E6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C947F0-F436-1D64-B3FC-0DCD4825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88F3-E796-467F-995B-9B3DC4CB1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85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4012F-7234-44EF-85AA-81A4FE00E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DD2B0-322F-43E6-CFFB-465D8C0B3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20A35E-81A9-1C05-49BA-CFC06EA97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F329-513D-4558-A6F0-58E1B525553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88688C-049B-25E3-22F2-5F6862E56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3D31B3-866E-9A5E-BF4E-5E9F4BEB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88F3-E796-467F-995B-9B3DC4CB1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78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0A113E-ED38-9C2E-0C0A-9450F9BCD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BB5EA1-F47D-245A-EF75-7FBD82356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DC510-2594-FCB1-5BA0-F2F11967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F329-513D-4558-A6F0-58E1B525553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24C400-035C-98E9-0B0A-507385498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366915-046E-4FDA-AF71-1BD29471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88F3-E796-467F-995B-9B3DC4CB1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028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6D2A13-554A-603D-4900-67B56449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D112A3-8E9D-15AA-F1D5-F569241A6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47A0A1-A9B2-3453-134A-0CC84B4EE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9E3405-603B-D25F-9E9B-B02BAB781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F329-513D-4558-A6F0-58E1B525553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5B29AB-D8BB-42F9-CE11-15578590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4381DA-BF3B-81A6-F19A-8FDADD74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88F3-E796-467F-995B-9B3DC4CB1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268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63FC3-3871-87BE-E679-254CBBEF3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BDDEAA-4030-F0EF-5C47-B9E13873B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5AFA81-2272-4700-AFB3-52E416A16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9EADBF-E81A-88B8-30DF-5004702BDF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6935AA-2419-AF2F-E742-FAC943277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C551E74-1245-E3C3-26CB-7B8C1364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F329-513D-4558-A6F0-58E1B525553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B67972B-EF6B-D68F-248F-8E4F07EE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776BE0-456E-D1BD-72FE-DFB5FF25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88F3-E796-467F-995B-9B3DC4CB1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47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D7B4C-A45E-78F6-591E-FBAC214C0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30A578-96B3-88B8-8A9A-5CFC5AA4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F329-513D-4558-A6F0-58E1B525553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D9AEA2-C190-9BE2-11BC-05082435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48DE0A-64D1-62E9-8785-47BC9F1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88F3-E796-467F-995B-9B3DC4CB1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859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CC0C4C-1F8E-A685-7545-F440B8DA3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F329-513D-4558-A6F0-58E1B525553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DF1BAF-DC1E-1BE4-2885-34949E40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67B3CD-C9F7-E990-CA2F-072C7ED11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88F3-E796-467F-995B-9B3DC4CB1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8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F1825-5602-4D6E-5146-6B7480588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2F6BF7-87E4-25B3-4E62-7F071C77C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79CC04-5801-B5DD-83B1-E2856986B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137924-A9B4-96BF-8F51-D9C2CFC00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F329-513D-4558-A6F0-58E1B525553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B27585-B425-8C35-2AFC-BE92AC733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0A5271-298A-F3D3-AAEF-AE733834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88F3-E796-467F-995B-9B3DC4CB1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153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20CCB-FEDB-AA3A-58B2-6A61450F5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13B34D-CEDE-6F45-7F74-FF32FCF28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850882-4876-8A1C-94CB-8AE9365AE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D6AEC3-0581-1ECD-017C-847E3DBE6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F329-513D-4558-A6F0-58E1B525553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F27E54-F5BC-0417-AEE6-F86AE863C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E96DE5-C5C2-4420-0858-65A1C986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88F3-E796-467F-995B-9B3DC4CB1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005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FFD81-5073-974F-47F3-250E2498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44C526-CE82-D952-7982-9270390D9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2B831-71CA-87A2-E1F4-541463686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F329-513D-4558-A6F0-58E1B525553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9B2F0-071F-CC0F-C73D-643A60B9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01792A-B2DE-10E0-A1DA-14FFEA3A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88F3-E796-467F-995B-9B3DC4CB1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69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C76D25-122A-E6E7-C9FF-B3512E9FE7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A8D285-9912-302E-C68E-C339C855E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788F7C-2BB1-5B0F-C5F9-9F68372E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F329-513D-4558-A6F0-58E1B525553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3903F6-596B-D530-2056-132BB9E6C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78456-CD01-F8B0-C97E-1C7F3A2C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88F3-E796-467F-995B-9B3DC4CB1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4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5A096F6-0C3D-3912-7BE2-71F987ED4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7125E0-E1E3-14F5-F5AE-AFEE75489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F05FB3-2A94-B474-E1B5-CAE60D912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DF329-513D-4558-A6F0-58E1B525553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D87B3-7163-14D0-FD4D-BB46FE228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AE10C8-50FC-E4F7-3D71-197A4585E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988F3-E796-467F-995B-9B3DC4CB1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17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825BEA01-7304-B91D-EBCF-2F51D862F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96" y="384938"/>
            <a:ext cx="8964794" cy="2323428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3E9D5CF-7643-12B8-67E5-26D68C4BB791}"/>
              </a:ext>
            </a:extLst>
          </p:cNvPr>
          <p:cNvSpPr/>
          <p:nvPr/>
        </p:nvSpPr>
        <p:spPr>
          <a:xfrm>
            <a:off x="1773357" y="670561"/>
            <a:ext cx="5045456" cy="119742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阿里巴巴普惠体 3.0 55 Regular" panose="00020600040101010101" pitchFamily="18" charset="-122"/>
                <a:ea typeface="阿里巴巴普惠体 3.0 55 Regular" panose="00020600040101010101" pitchFamily="18" charset="-122"/>
                <a:cs typeface="阿里巴巴普惠体 3.0 55 Regular" panose="00020600040101010101" pitchFamily="18" charset="-122"/>
              </a:rPr>
              <a:t>型号：</a:t>
            </a:r>
            <a:r>
              <a:rPr lang="en-US" altLang="zh-CN" sz="2000" dirty="0">
                <a:latin typeface="阿里巴巴普惠体 3.0 55 Regular" panose="00020600040101010101" pitchFamily="18" charset="-122"/>
                <a:ea typeface="阿里巴巴普惠体 3.0 55 Regular" panose="00020600040101010101" pitchFamily="18" charset="-122"/>
                <a:cs typeface="阿里巴巴普惠体 3.0 55 Regular" panose="00020600040101010101" pitchFamily="18" charset="-122"/>
              </a:rPr>
              <a:t>EA888</a:t>
            </a:r>
          </a:p>
          <a:p>
            <a:r>
              <a:rPr lang="zh-CN" altLang="en-US" sz="2000" dirty="0">
                <a:latin typeface="阿里巴巴普惠体 3.0 55 Regular" panose="00020600040101010101" pitchFamily="18" charset="-122"/>
                <a:ea typeface="阿里巴巴普惠体 3.0 55 Regular" panose="00020600040101010101" pitchFamily="18" charset="-122"/>
                <a:cs typeface="阿里巴巴普惠体 3.0 55 Regular" panose="00020600040101010101" pitchFamily="18" charset="-122"/>
              </a:rPr>
              <a:t>电芯容量：</a:t>
            </a:r>
            <a:r>
              <a:rPr lang="en-US" altLang="zh-CN" sz="2000" dirty="0">
                <a:latin typeface="阿里巴巴普惠体 3.0 55 Regular" panose="00020600040101010101" pitchFamily="18" charset="-122"/>
                <a:ea typeface="阿里巴巴普惠体 3.0 55 Regular" panose="00020600040101010101" pitchFamily="18" charset="-122"/>
                <a:cs typeface="阿里巴巴普惠体 3.0 55 Regular" panose="00020600040101010101" pitchFamily="18" charset="-122"/>
              </a:rPr>
              <a:t>20000mAh (12.8V  51.2Wh)</a:t>
            </a:r>
          </a:p>
          <a:p>
            <a:r>
              <a:rPr lang="zh-CN" altLang="en-US" sz="2000" dirty="0">
                <a:latin typeface="阿里巴巴普惠体 3.0 55 Regular" panose="00020600040101010101" pitchFamily="18" charset="-122"/>
                <a:ea typeface="阿里巴巴普惠体 3.0 55 Regular" panose="00020600040101010101" pitchFamily="18" charset="-122"/>
                <a:cs typeface="阿里巴巴普惠体 3.0 55 Regular" panose="00020600040101010101" pitchFamily="18" charset="-122"/>
              </a:rPr>
              <a:t>额定容量</a:t>
            </a:r>
            <a:r>
              <a:rPr lang="zh-CN" altLang="en-US" sz="2000" dirty="0">
                <a:latin typeface="阿里巴巴普惠体 3.0 55 Regular" panose="00020600040101010101" pitchFamily="18" charset="-122"/>
                <a:ea typeface="阿里巴巴普惠体 3.0 55 Regular" panose="00020600040101010101" pitchFamily="18" charset="-122"/>
                <a:cs typeface="阿里巴巴普惠体 3.0 55 Regular" panose="00020600040101010101" pitchFamily="18" charset="-122"/>
                <a:sym typeface="Wingdings" panose="05000000000000000000" pitchFamily="2" charset="2"/>
              </a:rPr>
              <a:t>：</a:t>
            </a:r>
            <a:r>
              <a:rPr lang="en-US" altLang="zh-CN" sz="2000" dirty="0">
                <a:latin typeface="阿里巴巴普惠体 3.0 55 Regular" panose="00020600040101010101" pitchFamily="18" charset="-122"/>
                <a:ea typeface="阿里巴巴普惠体 3.0 55 Regular" panose="00020600040101010101" pitchFamily="18" charset="-122"/>
                <a:cs typeface="阿里巴巴普惠体 3.0 55 Regular" panose="00020600040101010101" pitchFamily="18" charset="-122"/>
                <a:sym typeface="Wingdings" panose="05000000000000000000" pitchFamily="2" charset="2"/>
              </a:rPr>
              <a:t>10240mAh (  5V     TYP:1A )</a:t>
            </a:r>
            <a:endParaRPr lang="zh-CN" altLang="en-US" sz="2000" dirty="0">
              <a:latin typeface="阿里巴巴普惠体 3.0 55 Regular" panose="00020600040101010101" pitchFamily="18" charset="-122"/>
              <a:ea typeface="阿里巴巴普惠体 3.0 55 Regular" panose="00020600040101010101" pitchFamily="18" charset="-122"/>
              <a:cs typeface="阿里巴巴普惠体 3.0 55 Regular" panose="00020600040101010101" pitchFamily="18" charset="-122"/>
            </a:endParaRPr>
          </a:p>
        </p:txBody>
      </p:sp>
      <p:pic>
        <p:nvPicPr>
          <p:cNvPr id="13" name="图片 12" descr="文本&#10;&#10;AI 生成的内容可能不正确。">
            <a:extLst>
              <a:ext uri="{FF2B5EF4-FFF2-40B4-BE49-F238E27FC236}">
                <a16:creationId xmlns:a16="http://schemas.microsoft.com/office/drawing/2014/main" id="{21665925-3DB9-C4E8-CF23-DA8A6D9FF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96" y="3060465"/>
            <a:ext cx="8964794" cy="2313043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27B0E2F-A148-9C49-81ED-7889449A9040}"/>
              </a:ext>
            </a:extLst>
          </p:cNvPr>
          <p:cNvSpPr/>
          <p:nvPr/>
        </p:nvSpPr>
        <p:spPr>
          <a:xfrm>
            <a:off x="8878389" y="3605349"/>
            <a:ext cx="1349828" cy="8577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480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阿里巴巴普惠体 3.0 55 Regular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镇江 李</dc:creator>
  <cp:lastModifiedBy>镇江 李</cp:lastModifiedBy>
  <cp:revision>1</cp:revision>
  <dcterms:created xsi:type="dcterms:W3CDTF">2025-12-15T02:30:28Z</dcterms:created>
  <dcterms:modified xsi:type="dcterms:W3CDTF">2025-12-15T02:50:59Z</dcterms:modified>
</cp:coreProperties>
</file>